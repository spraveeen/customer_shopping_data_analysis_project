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Outfit"/>
      <p:regular r:id="rId13"/>
    </p:embeddedFont>
    <p:embeddedFont>
      <p:font typeface="Outfit"/>
      <p:regular r:id="rId14"/>
    </p:embeddedFont>
    <p:embeddedFont>
      <p:font typeface="Bitter"/>
      <p:regular r:id="rId15"/>
    </p:embeddedFont>
    <p:embeddedFont>
      <p:font typeface="Bitter"/>
      <p:regular r:id="rId16"/>
    </p:embeddedFont>
    <p:embeddedFont>
      <p:font typeface="Bitter"/>
      <p:regular r:id="rId17"/>
    </p:embeddedFont>
    <p:embeddedFont>
      <p:font typeface="Bitter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Uncovering insights from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3,900 transactions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across product categories to guide strategic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415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Dataset at a Glance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66561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3B3C3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193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3,900 Rows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68379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18 columns of transactional data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966561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3B3C3E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3193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Demographics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68379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Age, Gender, Location, Subscription Status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500324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3B3C3E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47271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Purchase Details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217557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Category, Amount, Season, Size, Color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500324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3B3C3E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47271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Behavior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217557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Discounts, Frequency, Ratings, Shipping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0624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Note: 37 missing values in Review Rating column — handled via median imputation.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801" y="944999"/>
            <a:ext cx="8174593" cy="61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Exploratory Data Analysis — Python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01" y="2195870"/>
            <a:ext cx="8443198" cy="47123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164" y="2018943"/>
            <a:ext cx="295989" cy="29598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64497" y="2012752"/>
            <a:ext cx="246745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Load &amp; Explore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10264497" y="2492812"/>
            <a:ext cx="3682722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pandas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and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7164" y="3153013"/>
            <a:ext cx="295989" cy="29598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64497" y="3146822"/>
            <a:ext cx="246745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Clean &amp; Impute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10264497" y="3626882"/>
            <a:ext cx="3682722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Median imputation for Review Rating; dropped redundant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7164" y="4582358"/>
            <a:ext cx="295989" cy="29598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64497" y="4576167"/>
            <a:ext cx="246745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Feature Engineering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10264497" y="5056227"/>
            <a:ext cx="3682722" cy="62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Added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and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97164" y="6026944"/>
            <a:ext cx="295989" cy="29598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64497" y="6020753"/>
            <a:ext cx="246745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Database Integration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10264497" y="6500813"/>
            <a:ext cx="368272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Loaded cleaned data into PostgreSQL for SQL analysis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50746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SQL Analysis — Key Business Questions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402449" y="779502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7689" y="794742"/>
            <a:ext cx="453628" cy="649962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5" name="Text 3"/>
          <p:cNvSpPr/>
          <p:nvPr/>
        </p:nvSpPr>
        <p:spPr>
          <a:xfrm>
            <a:off x="3559493" y="1013341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27991" y="90809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Revenue by Gender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27991" y="1119187"/>
            <a:ext cx="717137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Male vs. female total revenue compared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02449" y="1516618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7689" y="1531858"/>
            <a:ext cx="453628" cy="649962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10" name="Text 8"/>
          <p:cNvSpPr/>
          <p:nvPr/>
        </p:nvSpPr>
        <p:spPr>
          <a:xfrm>
            <a:off x="3559493" y="1750457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27991" y="1645206"/>
            <a:ext cx="176843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High-Spend Discount Users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27991" y="1856303"/>
            <a:ext cx="717137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Customers using discounts yet spending above average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02449" y="2253734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7689" y="2268974"/>
            <a:ext cx="453628" cy="649962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15" name="Text 13"/>
          <p:cNvSpPr/>
          <p:nvPr/>
        </p:nvSpPr>
        <p:spPr>
          <a:xfrm>
            <a:off x="3559493" y="2487573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27991" y="2382322"/>
            <a:ext cx="159448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Top 5 Products by Rating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27991" y="2593419"/>
            <a:ext cx="717137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Highest average review ratings identified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02449" y="2990850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17689" y="3006090"/>
            <a:ext cx="453628" cy="649962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20" name="Text 18"/>
          <p:cNvSpPr/>
          <p:nvPr/>
        </p:nvSpPr>
        <p:spPr>
          <a:xfrm>
            <a:off x="3559493" y="3224689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27991" y="3119438"/>
            <a:ext cx="172819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Shipping Type Comparison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27991" y="3330535"/>
            <a:ext cx="717137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Standard vs. Express average purchase amounts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02449" y="3727966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17689" y="3743206"/>
            <a:ext cx="453628" cy="649962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25" name="Text 23"/>
          <p:cNvSpPr/>
          <p:nvPr/>
        </p:nvSpPr>
        <p:spPr>
          <a:xfrm>
            <a:off x="3559493" y="3961805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27991" y="3856553"/>
            <a:ext cx="208835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Subscribers vs. Non-Subscribers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27991" y="4067651"/>
            <a:ext cx="717137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Average spend and total revenue by subscription status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02449" y="4472107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17689" y="4487347"/>
            <a:ext cx="453628" cy="649962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30" name="Text 28"/>
          <p:cNvSpPr/>
          <p:nvPr/>
        </p:nvSpPr>
        <p:spPr>
          <a:xfrm>
            <a:off x="3559493" y="4705945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27991" y="4600694"/>
            <a:ext cx="196774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Discount-Dependent Products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27991" y="4811792"/>
            <a:ext cx="717137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 5 products with highest % of discounted purchases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02449" y="5209223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17689" y="5224463"/>
            <a:ext cx="453628" cy="649962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35" name="Text 33"/>
          <p:cNvSpPr/>
          <p:nvPr/>
        </p:nvSpPr>
        <p:spPr>
          <a:xfrm>
            <a:off x="3559493" y="5443061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927991" y="5337810"/>
            <a:ext cx="158650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Customer Segmentation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27991" y="5548908"/>
            <a:ext cx="717137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New, Returning, and Loyal segments by purchase history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402449" y="5946338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17689" y="5961578"/>
            <a:ext cx="453628" cy="649962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40" name="Text 38"/>
          <p:cNvSpPr/>
          <p:nvPr/>
        </p:nvSpPr>
        <p:spPr>
          <a:xfrm>
            <a:off x="3559493" y="6180177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927991" y="607492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Top 3 per Category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927991" y="6286024"/>
            <a:ext cx="717137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Most purchased products within each category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402449" y="6683454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17689" y="6698694"/>
            <a:ext cx="453628" cy="649962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45" name="Text 43"/>
          <p:cNvSpPr/>
          <p:nvPr/>
        </p:nvSpPr>
        <p:spPr>
          <a:xfrm>
            <a:off x="3559493" y="6917293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927991" y="6812042"/>
            <a:ext cx="196393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Repeat Buyers &amp; Subscriptions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927991" y="7023140"/>
            <a:ext cx="717137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Do customers with &gt;5 purchases subscribe more?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02449" y="7420570"/>
            <a:ext cx="7825502" cy="680442"/>
          </a:xfrm>
          <a:prstGeom prst="roundRect">
            <a:avLst>
              <a:gd name="adj" fmla="val 2500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17689" y="7435810"/>
            <a:ext cx="453628" cy="649962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50" name="Text 48"/>
          <p:cNvSpPr/>
          <p:nvPr/>
        </p:nvSpPr>
        <p:spPr>
          <a:xfrm>
            <a:off x="3559493" y="7654409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927991" y="7549158"/>
            <a:ext cx="1459230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Revenue by Age Group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927991" y="7760256"/>
            <a:ext cx="717137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Total revenue contribution per age segment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348" y="543997"/>
            <a:ext cx="4945499" cy="61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Power BI Dashboard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348" y="1614964"/>
            <a:ext cx="8440698" cy="4711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3346" y="3377803"/>
            <a:ext cx="4322207" cy="1185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 interactive dashboard was built in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Power BI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to present all insights visually — enabling stakeholders to explore segments, categories, and revenue drivers at a glance.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69488" y="6691313"/>
            <a:ext cx="45720" cy="1050965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6" name="Text 3"/>
          <p:cNvSpPr/>
          <p:nvPr/>
        </p:nvSpPr>
        <p:spPr>
          <a:xfrm>
            <a:off x="935831" y="6714173"/>
            <a:ext cx="2472690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Segment Filters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35831" y="7126724"/>
            <a:ext cx="4028003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Drill into New, Returning, and Loyal customers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156597" y="6691313"/>
            <a:ext cx="45720" cy="1050965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9" name="Text 6"/>
          <p:cNvSpPr/>
          <p:nvPr/>
        </p:nvSpPr>
        <p:spPr>
          <a:xfrm>
            <a:off x="5422940" y="6714173"/>
            <a:ext cx="2472690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Revenue Views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422940" y="7126724"/>
            <a:ext cx="4028003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By gender, age group, and subscription status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9643705" y="6691313"/>
            <a:ext cx="45720" cy="1050965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2" name="Text 9"/>
          <p:cNvSpPr/>
          <p:nvPr/>
        </p:nvSpPr>
        <p:spPr>
          <a:xfrm>
            <a:off x="9910048" y="6714173"/>
            <a:ext cx="2472690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Product Performance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910048" y="7126724"/>
            <a:ext cx="4028003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Top-rated and most purchased items by category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0036"/>
            <a:ext cx="71898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Business Recommendations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40244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Promote exclusive subscriber benefits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40244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Reward repeat buyers to reach "Loyal" status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402443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252907"/>
            <a:ext cx="29595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Balance sales boosts with margin control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26364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Focus on high-revenue age groups and express-shipping users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4922758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26364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Highlight top-rated and best-selling items in campaigns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2026-04-05T02:26:35Z</dcterms:created>
  <dcterms:modified xsi:type="dcterms:W3CDTF">2026-04-05T02:26:35Z</dcterms:modified>
</cp:coreProperties>
</file>